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88" d="100"/>
          <a:sy n="88" d="100"/>
        </p:scale>
        <p:origin x="13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5EBB-7FDB-4FB0-4763-D78742B22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45C59-3E5C-33E5-6239-1A94C82FC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013DA-BF3B-C316-E877-0C5BD3BBC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F2F2-1EA1-464D-A84E-F311C2E8D6D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E481A-05EF-2516-40F2-7FD554987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C7BF9-5B61-3297-043D-2846650E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CA68-07AB-4DF9-941E-7E7E7CAB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33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51921-1315-74D3-A5FE-011300A57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81A08-E3DC-30E1-26B7-645DC0929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21F8A-2E18-F0B0-602A-20F97FE15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F2F2-1EA1-464D-A84E-F311C2E8D6D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99FCD-5B36-F554-B94E-D4F34FEBB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2EEC9-23E8-A0B9-36D7-F571287EA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CA68-07AB-4DF9-941E-7E7E7CAB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91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64D67-0994-AF0E-B5E8-D8FC9BD25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60795-D213-CB54-5662-AD1435BBE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B4BFB-8905-06BA-31A7-5D0659CFA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F2F2-1EA1-464D-A84E-F311C2E8D6D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A93A6-E728-9CC5-51D2-5DDCD67A7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51BB0-B8DA-35FD-2116-2F581ADF8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CA68-07AB-4DF9-941E-7E7E7CAB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51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8C3D5-A367-03E6-F7A7-0351AE925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8E403-4E35-6B87-757D-CD14FA698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DD7D2-DCD4-928B-3E7B-13D18984C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4228E-E386-362C-F1D7-376CE9F3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F2F2-1EA1-464D-A84E-F311C2E8D6D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ED316-CC51-3BF9-2C04-F86ACDCF7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85CA8-392A-8BD5-DA67-99641FB2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CA68-07AB-4DF9-941E-7E7E7CAB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30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4909C-1BB9-026D-C1A9-ACC7FB932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CA335-DA11-D13D-9596-2CFC37256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3B236-A1B2-62D0-E9DB-C0BCCED24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360C21-F2C6-BFBB-C0E9-77D00B2B0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43499A-F9E6-E515-8F77-46828C9A74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1EAC8B-1A3C-0ACC-47DB-BE75B7854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F2F2-1EA1-464D-A84E-F311C2E8D6D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6B7D7-AA09-B349-49DE-548695F6E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FBCF9-5902-2012-8A20-A1CD73A5A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CA68-07AB-4DF9-941E-7E7E7CAB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32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F95C-076C-65D7-662A-C3ED44CA1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6537A-8E89-F2D3-4C8B-BEF5E6BCC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F2F2-1EA1-464D-A84E-F311C2E8D6D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5024A-A975-7077-513C-409E47B04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059835-674E-5098-04F8-A3532C32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CA68-07AB-4DF9-941E-7E7E7CAB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17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5EB78C-FF9D-C1BD-19B6-D5FF44DC8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F2F2-1EA1-464D-A84E-F311C2E8D6D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D89019-B92C-0AA0-3E81-A40F044EA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AA610-E66F-F77A-234C-EAEA4DE95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CA68-07AB-4DF9-941E-7E7E7CAB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341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EE5B6-AD7F-1A0C-772F-3B0A5D167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853A6-A6AF-63C8-B4F6-8890602BB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6993A-D853-120D-24FF-1939183D1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4BC91-3E26-B10F-23FF-B4B5FC6D3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F2F2-1EA1-464D-A84E-F311C2E8D6D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EFF6C-05D7-3159-912B-63FA68F2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14A86-038B-7F4F-16A6-CB6FE99C1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CA68-07AB-4DF9-941E-7E7E7CAB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4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1C9DC-D398-A3E2-219A-EFDBE5071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B723D9-C96A-5198-BB94-ABF4DCCE9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52E8E-3A9D-5D58-BBCB-3B97251BE0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345EC-AD82-06A2-C9DE-015EFC813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F2F2-1EA1-464D-A84E-F311C2E8D6D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17081-C48D-8280-4974-7EDBEAD25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F3B9D-CD54-39A4-D067-6F81D8922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CA68-07AB-4DF9-941E-7E7E7CAB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81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72F2-FA8C-1CD1-7DFC-9E8BAFB92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1B4794-FC89-6B85-8C1B-DA9EFE82F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670B5-48FD-7E41-CF3F-8C8B65932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F2F2-1EA1-464D-A84E-F311C2E8D6D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BDFFC-73AD-6929-3151-C7F6A4F0A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B6D9B-A915-72A8-13A9-9E9979B92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CA68-07AB-4DF9-941E-7E7E7CAB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2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40F8F7-95B6-6882-0FBF-40535F4D7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3247C-FB94-3549-3297-ED152D3DC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1E30B-F225-CA0A-7D29-C2F486814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F2F2-1EA1-464D-A84E-F311C2E8D6D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47E52-E3C7-CB6B-E254-304779919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D3F13-7992-3A38-0F81-1B6106FCB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CA68-07AB-4DF9-941E-7E7E7CAB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58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B0220D-2596-612A-756D-A24BA0F82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3D2BB-8B19-0FF8-B1C6-E1A74BC23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A3376-FB2C-1C17-E172-BD85E0A1B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2F2F2-1EA1-464D-A84E-F311C2E8D6D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2C889-141D-D03A-3E36-ED0E3971B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AC30D-3FB3-126C-3952-C3A1E728D4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D5CA68-07AB-4DF9-941E-7E7E7CAB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928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CB40-CDB3-1820-EA65-2E3CEEBD13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Provenance Guard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A4961-9387-ED5F-2A8A-5EB7C8CD48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4</a:t>
            </a:r>
          </a:p>
        </p:txBody>
      </p:sp>
    </p:spTree>
    <p:extLst>
      <p:ext uri="{BB962C8B-B14F-4D97-AF65-F5344CB8AC3E}">
        <p14:creationId xmlns:p14="http://schemas.microsoft.com/office/powerpoint/2010/main" val="1376179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3CF3-3E95-B2F8-9D44-DB9648C1E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Display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453791-527A-E34C-9D6B-2D59574B7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01573"/>
            <a:ext cx="10515600" cy="319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58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971D9-A795-831B-44CB-1DBC0906D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87344-B52C-5D37-C66D-6EC01CDA1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during demo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83F1F3-8467-058E-87DF-7C9281460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27" y="2529754"/>
            <a:ext cx="10570029" cy="312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01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Provenance Guard</vt:lpstr>
      <vt:lpstr>Dashboard Display</vt:lpstr>
      <vt:lpstr>Demo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Afy A.</dc:creator>
  <cp:lastModifiedBy>Afy A.</cp:lastModifiedBy>
  <cp:revision>1</cp:revision>
  <dcterms:created xsi:type="dcterms:W3CDTF">2026-07-06T15:25:11Z</dcterms:created>
  <dcterms:modified xsi:type="dcterms:W3CDTF">2026-07-06T15:25:55Z</dcterms:modified>
</cp:coreProperties>
</file>